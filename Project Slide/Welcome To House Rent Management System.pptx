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4"/>
  </p:sldMasterIdLst>
  <p:notesMasterIdLst>
    <p:notesMasterId r:id="rId13"/>
  </p:notesMasterIdLst>
  <p:sldIdLst>
    <p:sldId id="257" r:id="rId5"/>
    <p:sldId id="260" r:id="rId6"/>
    <p:sldId id="263" r:id="rId7"/>
    <p:sldId id="262" r:id="rId8"/>
    <p:sldId id="265" r:id="rId9"/>
    <p:sldId id="264" r:id="rId10"/>
    <p:sldId id="259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9DD0F-3E36-4BA0-9602-1E300A502AE3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AEFBF-FF08-4AAC-8C9A-44D36E2CB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71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8A1B-6C3A-A704-58E5-16E98BCA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DEE29-5320-3DFC-5475-BA9B75DF3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573F0-9C39-A6FE-EFEB-2B9A3B994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10553-C3A8-1C33-CB90-BEBF324E4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2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7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08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669AF7-7BEB-44E4-9852-375E34362B5B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7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3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5901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0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6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4/22/2025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8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1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01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50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bdiagram.io/d/House-Rent-Management-System-680468ef1ca52373f59c90f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bdiagram.io/d/6806d0a11ca52373f5cc3f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797675" y="4529138"/>
            <a:ext cx="5394325" cy="20462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   : Jahid Ahmed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	   : 1285265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Batch	   : JEE/NCLC-m/62/01</a:t>
            </a:r>
            <a:endParaRPr lang="en-US" sz="500" b="1" dirty="0">
              <a:solidFill>
                <a:schemeClr val="tx1">
                  <a:lumMod val="85000"/>
                  <a:lumOff val="15000"/>
                </a:schemeClr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Round  : 62</a:t>
            </a:r>
            <a:endParaRPr lang="en-US" sz="20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444500"/>
            <a:ext cx="6096000" cy="3829050"/>
          </a:xfrm>
        </p:spPr>
        <p:txBody>
          <a:bodyPr>
            <a:normAutofit/>
          </a:bodyPr>
          <a:lstStyle/>
          <a:p>
            <a:pPr algn="ctr"/>
            <a:r>
              <a:rPr lang="en-US" sz="5300" b="1" i="1" dirty="0">
                <a:solidFill>
                  <a:schemeClr val="accent4">
                    <a:lumMod val="75000"/>
                  </a:schemeClr>
                </a:solidFill>
              </a:rPr>
              <a:t>Welcome To </a:t>
            </a:r>
            <a:r>
              <a:rPr lang="en-US" sz="8000" b="1" i="1" dirty="0">
                <a:solidFill>
                  <a:schemeClr val="accent1">
                    <a:lumMod val="50000"/>
                  </a:schemeClr>
                </a:solidFill>
              </a:rPr>
              <a:t>House Rent </a:t>
            </a:r>
            <a:r>
              <a:rPr lang="en-US" sz="6600" b="1" i="1" dirty="0">
                <a:solidFill>
                  <a:schemeClr val="accent1">
                    <a:lumMod val="50000"/>
                  </a:schemeClr>
                </a:solidFill>
              </a:rPr>
              <a:t>Management System</a:t>
            </a:r>
            <a:endParaRPr lang="en-US" sz="80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D11C6-4546-89BA-80D3-7E937A374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922649" cy="64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6DEC2C-088A-9504-6602-D4F114202B95}"/>
              </a:ext>
            </a:extLst>
          </p:cNvPr>
          <p:cNvSpPr txBox="1"/>
          <p:nvPr/>
        </p:nvSpPr>
        <p:spPr>
          <a:xfrm>
            <a:off x="806239" y="444849"/>
            <a:ext cx="1085587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u="sng" spc="3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PROJECT</a:t>
            </a:r>
            <a:r>
              <a:rPr lang="en-US" sz="3600" spc="3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600" spc="3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4D69D-B4DE-24A5-63D7-01361990E802}"/>
              </a:ext>
            </a:extLst>
          </p:cNvPr>
          <p:cNvSpPr txBox="1"/>
          <p:nvPr/>
        </p:nvSpPr>
        <p:spPr>
          <a:xfrm>
            <a:off x="787791" y="1532351"/>
            <a:ext cx="5022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Platform Overview:</a:t>
            </a:r>
          </a:p>
          <a:p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House Rent Management System is a comprehensive web-based platform.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4C900-0FE7-84AE-B203-982C45BF5FCD}"/>
              </a:ext>
            </a:extLst>
          </p:cNvPr>
          <p:cNvSpPr txBox="1"/>
          <p:nvPr/>
        </p:nvSpPr>
        <p:spPr>
          <a:xfrm>
            <a:off x="6752492" y="1476079"/>
            <a:ext cx="48674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Purpose:</a:t>
            </a:r>
          </a:p>
          <a:p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Its goal is to eliminate the hassle of finding a rental home and also digitally solve the problems of tenants and landlords..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2E471B-5DC5-02AF-97F2-5820FCCB6757}"/>
              </a:ext>
            </a:extLst>
          </p:cNvPr>
          <p:cNvSpPr txBox="1"/>
          <p:nvPr/>
        </p:nvSpPr>
        <p:spPr>
          <a:xfrm>
            <a:off x="6780627" y="3302389"/>
            <a:ext cx="51628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Core Functionalities:</a:t>
            </a:r>
          </a:p>
          <a:p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platform provides seamless features for: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Every user have credit balance.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Add Property for Rent by using credit.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Unlock &amp; Viewed Property by using credit.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Buy Subscription Packages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Save Property in Favorite 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3F94A69C-9224-FAD8-38AA-85BA4AD3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F70F428-429A-4369-BFBB-0FC7FC84F61D}" type="slidenum">
              <a:rPr lang="en-US" smtClean="0"/>
              <a:t>2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0354D8-E8A3-2015-29FC-1A356F68F89D}"/>
              </a:ext>
            </a:extLst>
          </p:cNvPr>
          <p:cNvSpPr txBox="1"/>
          <p:nvPr/>
        </p:nvSpPr>
        <p:spPr>
          <a:xfrm>
            <a:off x="745588" y="2880359"/>
            <a:ext cx="519566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Business Scope:</a:t>
            </a:r>
            <a:b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</a:b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 can buy Packages and add credit balance to their account with lifetime validity. Every user can Add their property &amp; Per add charges 10 credit for every single post. Also user can view which are available for rent and unlock all details by the charge of 5 credit. The credit will be refundable if the property has already been rented, which means the homeowner has not yet updated the current status of their home.</a:t>
            </a:r>
          </a:p>
        </p:txBody>
      </p:sp>
    </p:spTree>
    <p:extLst>
      <p:ext uri="{BB962C8B-B14F-4D97-AF65-F5344CB8AC3E}">
        <p14:creationId xmlns:p14="http://schemas.microsoft.com/office/powerpoint/2010/main" val="366325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FDC9-552E-3E25-AFD0-F56D5E78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7877A-B4B3-9990-5B8C-17EA40F6EC45}"/>
              </a:ext>
            </a:extLst>
          </p:cNvPr>
          <p:cNvSpPr txBox="1"/>
          <p:nvPr/>
        </p:nvSpPr>
        <p:spPr>
          <a:xfrm>
            <a:off x="806239" y="442446"/>
            <a:ext cx="1094028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v"/>
              <a:defRPr sz="3600" u="sng" spc="3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dirty="0"/>
              <a:t>Technologies</a:t>
            </a:r>
            <a:r>
              <a:rPr lang="en-US" u="none" dirty="0"/>
              <a:t> 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A7A9F-5584-D4AA-0083-F55AFB5A269A}"/>
              </a:ext>
            </a:extLst>
          </p:cNvPr>
          <p:cNvSpPr txBox="1"/>
          <p:nvPr/>
        </p:nvSpPr>
        <p:spPr>
          <a:xfrm>
            <a:off x="773724" y="1787614"/>
            <a:ext cx="5247248" cy="223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Frontend: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Node.js </a:t>
            </a:r>
            <a:r>
              <a:rPr lang="en-US" sz="2400" i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(version: 22.14.0)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Angular </a:t>
            </a:r>
            <a:r>
              <a:rPr lang="en-US" sz="2400" i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(version: 19)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Bootstrap </a:t>
            </a:r>
            <a:r>
              <a:rPr lang="en-US" sz="2400" i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(version: 5.3)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FE365-29D2-1342-2805-CAFCDAF03089}"/>
              </a:ext>
            </a:extLst>
          </p:cNvPr>
          <p:cNvSpPr txBox="1"/>
          <p:nvPr/>
        </p:nvSpPr>
        <p:spPr>
          <a:xfrm>
            <a:off x="6611814" y="1731343"/>
            <a:ext cx="5176911" cy="2793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Backend: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Java </a:t>
            </a:r>
            <a:r>
              <a:rPr lang="en-US" sz="2400" i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(JDK 21)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Spring Boot </a:t>
            </a:r>
            <a:endParaRPr lang="en-US" sz="2400" i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Spring Data JPA.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Spring Security etc</a:t>
            </a:r>
            <a:r>
              <a:rPr lang="en-US" sz="20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85FD3-60A2-A8CD-E82B-4C1344876E64}"/>
              </a:ext>
            </a:extLst>
          </p:cNvPr>
          <p:cNvSpPr txBox="1"/>
          <p:nvPr/>
        </p:nvSpPr>
        <p:spPr>
          <a:xfrm>
            <a:off x="858129" y="4490880"/>
            <a:ext cx="5237868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Database Layer: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Oracle SQL </a:t>
            </a:r>
            <a:r>
              <a:rPr lang="en-US" sz="2400" i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(version: 19c)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59815-F285-2D00-3D27-61754B517B65}"/>
              </a:ext>
            </a:extLst>
          </p:cNvPr>
          <p:cNvSpPr txBox="1"/>
          <p:nvPr/>
        </p:nvSpPr>
        <p:spPr>
          <a:xfrm>
            <a:off x="6654018" y="4490880"/>
            <a:ext cx="4768948" cy="168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File Storage: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Supported files: JPGE, JPG, PNG</a:t>
            </a:r>
            <a:endParaRPr lang="en-US" sz="2400" i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Local Server Storage.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EA45E0-8A60-4A02-BE51-2BAD8B6C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F70F428-429A-4369-BFBB-0FC7FC84F6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2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811ADF-2312-1FD9-B5F9-4273CC1AAA84}"/>
              </a:ext>
            </a:extLst>
          </p:cNvPr>
          <p:cNvSpPr txBox="1"/>
          <p:nvPr/>
        </p:nvSpPr>
        <p:spPr>
          <a:xfrm>
            <a:off x="711200" y="1731343"/>
            <a:ext cx="10885714" cy="334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A. 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 Authentication &amp; Role Management: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Registration &amp; Login (with email verification).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Roles: Admin, General User (Their can play both role as house owner and tenant).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Permissions defined per module based on user type and their specific functionality.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5C176-5AF7-7D23-65E0-65486738AAA3}"/>
              </a:ext>
            </a:extLst>
          </p:cNvPr>
          <p:cNvSpPr txBox="1"/>
          <p:nvPr/>
        </p:nvSpPr>
        <p:spPr>
          <a:xfrm>
            <a:off x="749969" y="569055"/>
            <a:ext cx="1094028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v"/>
              <a:defRPr sz="3600" u="sng" spc="3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dirty="0"/>
              <a:t>Core Functional</a:t>
            </a:r>
            <a:r>
              <a:rPr lang="en-US" u="none" dirty="0"/>
              <a:t> Modules:</a:t>
            </a:r>
          </a:p>
        </p:txBody>
      </p:sp>
    </p:spTree>
    <p:extLst>
      <p:ext uri="{BB962C8B-B14F-4D97-AF65-F5344CB8AC3E}">
        <p14:creationId xmlns:p14="http://schemas.microsoft.com/office/powerpoint/2010/main" val="38579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2E8E-3E8A-4AC3-29D8-252E1BAD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A6D6A8-139B-0B9F-7371-88143468E53C}"/>
              </a:ext>
            </a:extLst>
          </p:cNvPr>
          <p:cNvSpPr txBox="1"/>
          <p:nvPr/>
        </p:nvSpPr>
        <p:spPr>
          <a:xfrm>
            <a:off x="749969" y="569055"/>
            <a:ext cx="1094028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v"/>
              <a:defRPr sz="3600" u="sng" spc="3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dirty="0"/>
              <a:t>Core Functional</a:t>
            </a:r>
            <a:r>
              <a:rPr lang="en-US" u="none" dirty="0"/>
              <a:t> Modules: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57ABA-194F-03FD-D004-7CF513726336}"/>
              </a:ext>
            </a:extLst>
          </p:cNvPr>
          <p:cNvSpPr txBox="1"/>
          <p:nvPr/>
        </p:nvSpPr>
        <p:spPr>
          <a:xfrm>
            <a:off x="624114" y="1803914"/>
            <a:ext cx="11126604" cy="390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B.  Admin Panel: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Manage users, roles, permissions.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Create and manage credit packages.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Manage user activity, their listing and Suspension 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Monitoring User, Pages, Listing and other with Overview dashboard.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Verify the refundable credit 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17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AC24-1D58-7A22-0416-243EAF4A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8CB300-2CD1-56A7-D553-118A06E2DB9F}"/>
              </a:ext>
            </a:extLst>
          </p:cNvPr>
          <p:cNvSpPr txBox="1"/>
          <p:nvPr/>
        </p:nvSpPr>
        <p:spPr>
          <a:xfrm>
            <a:off x="806238" y="1731343"/>
            <a:ext cx="10471362" cy="390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C. 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Public see in Website (User Frontend):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 can see available property for Rent and also add their property.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 can search their rental destination by their specific requirement as Family, Sublet, Bachelor, Roommate, etc.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 save property in favorite list.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 registration for profile creation and login.  </a:t>
            </a:r>
          </a:p>
          <a:p>
            <a:pPr marL="465138" lvl="1" indent="-465138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Search functionality by Property Id, Category, Location,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3A518-796D-401F-A652-462A42FE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F428-429A-4369-BFBB-0FC7FC84F61D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D1D02-197F-ADDD-EB7C-2D524DC42C03}"/>
              </a:ext>
            </a:extLst>
          </p:cNvPr>
          <p:cNvSpPr txBox="1"/>
          <p:nvPr/>
        </p:nvSpPr>
        <p:spPr>
          <a:xfrm>
            <a:off x="735455" y="627112"/>
            <a:ext cx="1094028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v"/>
              <a:defRPr sz="3600" u="sng" spc="3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dirty="0"/>
              <a:t>Core Functional</a:t>
            </a:r>
            <a:r>
              <a:rPr lang="en-US" u="none" dirty="0"/>
              <a:t> Modules:</a:t>
            </a:r>
          </a:p>
        </p:txBody>
      </p:sp>
    </p:spTree>
    <p:extLst>
      <p:ext uri="{BB962C8B-B14F-4D97-AF65-F5344CB8AC3E}">
        <p14:creationId xmlns:p14="http://schemas.microsoft.com/office/powerpoint/2010/main" val="324277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827CA7-9E4F-0B14-BAD4-F75E67377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8"/>
          <a:stretch/>
        </p:blipFill>
        <p:spPr>
          <a:xfrm>
            <a:off x="398411" y="1031158"/>
            <a:ext cx="7754989" cy="518095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252181-F21A-80DC-232F-8134765A7699}"/>
              </a:ext>
            </a:extLst>
          </p:cNvPr>
          <p:cNvSpPr txBox="1"/>
          <p:nvPr/>
        </p:nvSpPr>
        <p:spPr>
          <a:xfrm>
            <a:off x="748180" y="398204"/>
            <a:ext cx="971661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v"/>
              <a:defRPr sz="3600" u="sng" spc="3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dirty="0"/>
              <a:t>Entity Relationship Diagram</a:t>
            </a:r>
            <a:r>
              <a:rPr lang="en-US" u="none" dirty="0"/>
              <a:t> (ERD)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C15AE-20AF-D7C7-DC0D-416B6EAB2C95}"/>
              </a:ext>
            </a:extLst>
          </p:cNvPr>
          <p:cNvSpPr txBox="1"/>
          <p:nvPr/>
        </p:nvSpPr>
        <p:spPr>
          <a:xfrm>
            <a:off x="8420100" y="1440329"/>
            <a:ext cx="3175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b="1" dirty="0">
                <a:solidFill>
                  <a:schemeClr val="tx2"/>
                </a:solidFill>
              </a:rPr>
              <a:t>Name of  Tables: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Users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Properties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Categories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Property Unlock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Property Post Transaction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Credit Transaction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Credit Package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69B85-72FB-9801-E23C-334B89BBD463}"/>
              </a:ext>
            </a:extLst>
          </p:cNvPr>
          <p:cNvSpPr txBox="1"/>
          <p:nvPr/>
        </p:nvSpPr>
        <p:spPr>
          <a:xfrm>
            <a:off x="865414" y="6251815"/>
            <a:ext cx="704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Link: </a:t>
            </a:r>
            <a:r>
              <a:rPr lang="en-US" dirty="0">
                <a:hlinkClick r:id="rId4"/>
              </a:rPr>
              <a:t>Diagram Web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713C-9988-2693-D66F-11885383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0477A99-A56B-C371-3841-103FD9CBEE07}"/>
              </a:ext>
            </a:extLst>
          </p:cNvPr>
          <p:cNvSpPr txBox="1"/>
          <p:nvPr/>
        </p:nvSpPr>
        <p:spPr>
          <a:xfrm>
            <a:off x="748180" y="398204"/>
            <a:ext cx="971661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buFont typeface="Wingdings" panose="05000000000000000000" pitchFamily="2" charset="2"/>
              <a:buChar char="v"/>
              <a:defRPr sz="3600" u="sng" spc="3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dirty="0"/>
              <a:t>In Future Upgrading</a:t>
            </a:r>
            <a:r>
              <a:rPr lang="en-US" u="none" dirty="0"/>
              <a:t> (ERD)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DB097-1A7B-237E-B3EB-9CB92E28B689}"/>
              </a:ext>
            </a:extLst>
          </p:cNvPr>
          <p:cNvSpPr txBox="1"/>
          <p:nvPr/>
        </p:nvSpPr>
        <p:spPr>
          <a:xfrm>
            <a:off x="8420100" y="1440329"/>
            <a:ext cx="3175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b="1" dirty="0">
                <a:solidFill>
                  <a:schemeClr val="tx2"/>
                </a:solidFill>
              </a:rPr>
              <a:t>Name of  Tables: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House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Tenant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Rental History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Lease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Landlord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Maintenance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Payment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Packages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Subscription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52C5FE8-AF80-04BD-6E05-851083B6F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79"/>
          <a:stretch/>
        </p:blipFill>
        <p:spPr>
          <a:xfrm>
            <a:off x="434339" y="1279071"/>
            <a:ext cx="7954918" cy="4628244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7E98D88-2E68-87F7-1EE3-E1E67D3ED249}"/>
              </a:ext>
            </a:extLst>
          </p:cNvPr>
          <p:cNvSpPr/>
          <p:nvPr/>
        </p:nvSpPr>
        <p:spPr>
          <a:xfrm>
            <a:off x="1059543" y="6183085"/>
            <a:ext cx="6487886" cy="4934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Link: </a:t>
            </a:r>
            <a:r>
              <a:rPr lang="en-US" dirty="0">
                <a:hlinkClick r:id="rId4"/>
              </a:rPr>
              <a:t>https://dbdiagram.io/d/6806d0a11ca52373f5cc3f3d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26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344</TotalTime>
  <Words>494</Words>
  <Application>Microsoft Office PowerPoint</Application>
  <PresentationFormat>Widescreen</PresentationFormat>
  <Paragraphs>79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Nirmala UI</vt:lpstr>
      <vt:lpstr>Rockwell</vt:lpstr>
      <vt:lpstr>Rockwell Condensed</vt:lpstr>
      <vt:lpstr>Wingdings</vt:lpstr>
      <vt:lpstr>Wood Type</vt:lpstr>
      <vt:lpstr>Welcome To House Rent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Jahid Ahmed</dc:creator>
  <cp:lastModifiedBy>Jahid Ahmed</cp:lastModifiedBy>
  <cp:revision>2</cp:revision>
  <dcterms:created xsi:type="dcterms:W3CDTF">2025-04-21T18:41:54Z</dcterms:created>
  <dcterms:modified xsi:type="dcterms:W3CDTF">2025-04-22T00:26:06Z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